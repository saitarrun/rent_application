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4"/>
  </p:normalViewPr>
  <p:slideViewPr>
    <p:cSldViewPr snapToGrid="0" snapToObjects="1">
      <p:cViewPr varScale="1">
        <p:scale>
          <a:sx n="120" d="100"/>
          <a:sy n="120" d="100"/>
        </p:scale>
        <p:origin x="13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</a:rPr>
              <a:t>RentalSuite — Blockchain-Based Rental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 lnSpcReduction="10000"/>
          </a:bodyPr>
          <a:lstStyle/>
          <a:p>
            <a:r>
              <a:rPr lang="en-US" sz="1700" dirty="0"/>
              <a:t>Rental systems today face:</a:t>
            </a:r>
          </a:p>
          <a:p>
            <a:pPr marL="0" indent="0">
              <a:buNone/>
            </a:pPr>
            <a:r>
              <a:rPr lang="en-US" sz="1700" dirty="0"/>
              <a:t>		delays, confusion, and trust issues</a:t>
            </a:r>
          </a:p>
          <a:p>
            <a:r>
              <a:rPr lang="en-US" sz="1700" dirty="0"/>
              <a:t>Payment proof can be unclear; agreements may change</a:t>
            </a:r>
          </a:p>
          <a:p>
            <a:r>
              <a:rPr lang="en-US" sz="1700" dirty="0"/>
              <a:t>Repairs are difficult to track</a:t>
            </a:r>
          </a:p>
          <a:p>
            <a:r>
              <a:rPr lang="en-US" sz="1700" dirty="0"/>
              <a:t>Blockchain solves this with:</a:t>
            </a:r>
          </a:p>
          <a:p>
            <a:r>
              <a:rPr lang="en-US" sz="1700" dirty="0"/>
              <a:t>    – Permanent records</a:t>
            </a:r>
          </a:p>
          <a:p>
            <a:r>
              <a:rPr lang="en-US" sz="1700" dirty="0"/>
              <a:t>    – Clear tracking of each action</a:t>
            </a:r>
          </a:p>
          <a:p>
            <a:r>
              <a:rPr lang="en-US" sz="1700" dirty="0"/>
              <a:t>    – Secure identity via MetaMask</a:t>
            </a:r>
          </a:p>
          <a:p>
            <a:r>
              <a:rPr lang="en-US" sz="1700" dirty="0"/>
              <a:t>    – Automation through smart contracts</a:t>
            </a:r>
          </a:p>
          <a:p>
            <a:endParaRPr lang="en-US" sz="1700" dirty="0"/>
          </a:p>
          <a:p>
            <a:r>
              <a:rPr lang="en-US" sz="1700" dirty="0"/>
              <a:t>Our goal: make applying, approving, signing, paying, and repairs fully blockchain‑verified.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What RentalSuite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953" y="1807535"/>
            <a:ext cx="7683769" cy="4194020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Owners: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List properties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Review &amp; approve applications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View agreements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Track on-chain payments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Manage repair requests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Tenants: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Apply for properties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Sign lease with MetaMask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Pay rent &amp; deposits in ETH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Submit repairs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View all on-chain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Tech Stack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371" y="1121229"/>
            <a:ext cx="8893626" cy="562791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Blockchain Layer: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Solidity smart contracts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Ganache local blockchain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MetaMask wallet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Frontend: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React (Vite)</a:t>
            </a:r>
          </a:p>
          <a:p>
            <a:pPr>
              <a:lnSpc>
                <a:spcPct val="90000"/>
              </a:lnSpc>
            </a:pPr>
            <a:r>
              <a:rPr lang="en-US" sz="1800" dirty="0" err="1"/>
              <a:t>Ethers.js</a:t>
            </a:r>
            <a:r>
              <a:rPr lang="en-US" sz="1800" dirty="0"/>
              <a:t> for blockchain interaction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Backend: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Node.js + Prisma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Blockchain Features Used: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ERC‑721 NFT for lease certificates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ETH transactions for payments &amp; repairs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FFF3A-28D5-9C4D-D916-B3C76288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Final Project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15EC1-7C73-6B04-3CE4-F7CC71162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13" y="1622744"/>
            <a:ext cx="8395450" cy="494071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NFT Requirement:</a:t>
            </a:r>
            <a:endParaRPr lang="en-US" sz="1800" dirty="0"/>
          </a:p>
          <a:p>
            <a:r>
              <a:rPr lang="en-US" sz="1800" dirty="0"/>
              <a:t>Lease approval automatically mints an </a:t>
            </a:r>
            <a:r>
              <a:rPr lang="en-US" sz="1800" b="1" dirty="0"/>
              <a:t>ERC-721 NFT</a:t>
            </a:r>
            <a:r>
              <a:rPr lang="en-US" sz="1800" dirty="0"/>
              <a:t> as the lease certificate.</a:t>
            </a:r>
          </a:p>
          <a:p>
            <a:pPr marL="0" indent="0">
              <a:buNone/>
            </a:pPr>
            <a:r>
              <a:rPr lang="en-US" sz="1800" b="1" dirty="0"/>
              <a:t>DeFi / Payments Requirement:</a:t>
            </a:r>
            <a:endParaRPr lang="en-US" sz="1800" dirty="0"/>
          </a:p>
          <a:p>
            <a:r>
              <a:rPr lang="en-US" sz="1800" dirty="0"/>
              <a:t>All payments (deposit, rent, repairs) are processed as </a:t>
            </a:r>
            <a:r>
              <a:rPr lang="en-US" sz="1800" b="1" dirty="0"/>
              <a:t>ETH blockchain transactions</a:t>
            </a:r>
            <a:r>
              <a:rPr lang="en-US" sz="1800" dirty="0"/>
              <a:t> through MetaMask.</a:t>
            </a:r>
          </a:p>
          <a:p>
            <a:pPr marL="0" indent="0">
              <a:buNone/>
            </a:pPr>
            <a:r>
              <a:rPr lang="en-US" sz="1800" b="1" dirty="0"/>
              <a:t>Token Vendor Concept:</a:t>
            </a:r>
            <a:endParaRPr lang="en-US" sz="1800" dirty="0"/>
          </a:p>
          <a:p>
            <a:r>
              <a:rPr lang="en-US" sz="1800" dirty="0"/>
              <a:t>Our payment flow follows the </a:t>
            </a:r>
            <a:r>
              <a:rPr lang="en-US" sz="1800" b="1" dirty="0"/>
              <a:t>Token Vendor design</a:t>
            </a:r>
            <a:r>
              <a:rPr lang="en-US" sz="1800" dirty="0"/>
              <a:t>, where ETH is exchanged through a contract for rental and repair services.</a:t>
            </a:r>
          </a:p>
          <a:p>
            <a:pPr marL="0" indent="0">
              <a:buNone/>
            </a:pPr>
            <a:r>
              <a:rPr lang="en-US" sz="1800" b="1" dirty="0" err="1"/>
              <a:t>DApp</a:t>
            </a:r>
            <a:r>
              <a:rPr lang="en-US" sz="1800" b="1" dirty="0"/>
              <a:t> Requirement:</a:t>
            </a:r>
            <a:endParaRPr lang="en-US" sz="1800" dirty="0"/>
          </a:p>
          <a:p>
            <a:r>
              <a:rPr lang="en-US" sz="1800" dirty="0"/>
              <a:t>Every key action — apply, approve, sign, pay, repair — requires </a:t>
            </a:r>
            <a:r>
              <a:rPr lang="en-US" sz="1800" b="1" dirty="0"/>
              <a:t>MetaMask confirmation</a:t>
            </a:r>
            <a:r>
              <a:rPr lang="en-US" sz="1800" dirty="0"/>
              <a:t> and updates </a:t>
            </a:r>
            <a:r>
              <a:rPr lang="en-US" sz="1800" b="1" dirty="0"/>
              <a:t>smart contract state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Original Project </a:t>
            </a:r>
            <a:endParaRPr lang="en-US" sz="1800" dirty="0"/>
          </a:p>
          <a:p>
            <a:r>
              <a:rPr lang="en-US" sz="1800" dirty="0"/>
              <a:t>This is a </a:t>
            </a:r>
            <a:r>
              <a:rPr lang="en-US" sz="1800" b="1" dirty="0"/>
              <a:t>fully original rental </a:t>
            </a:r>
            <a:r>
              <a:rPr lang="en-US" sz="1800" b="1" dirty="0" err="1"/>
              <a:t>DApp</a:t>
            </a:r>
            <a:r>
              <a:rPr lang="en-US" sz="1800" dirty="0"/>
              <a:t>, combining NFTs, ETH payments, agreements, workflows, and repairs into one blockchain application.</a:t>
            </a:r>
          </a:p>
        </p:txBody>
      </p:sp>
    </p:spTree>
    <p:extLst>
      <p:ext uri="{BB962C8B-B14F-4D97-AF65-F5344CB8AC3E}">
        <p14:creationId xmlns:p14="http://schemas.microsoft.com/office/powerpoint/2010/main" val="263576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25BFA-C9EC-886D-36CB-B5BFC70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Features Added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17867-663D-6F1E-A382-0A121C544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8629" y="315686"/>
            <a:ext cx="5812971" cy="6433457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1. On-chain lease signing- </a:t>
            </a:r>
            <a:r>
              <a:rPr lang="en-US" sz="1600" dirty="0"/>
              <a:t>Lease signing now writes a verified signature hash to the blockchain for permanent proof.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2. Live wallet + network display- </a:t>
            </a:r>
            <a:r>
              <a:rPr lang="en-US" sz="1600" dirty="0"/>
              <a:t>Shows the connected wallet and network status at all times for better clarity.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3. Multi-network support (Ganache + </a:t>
            </a:r>
            <a:r>
              <a:rPr lang="en-US" sz="1600" b="1" dirty="0" err="1"/>
              <a:t>Sepolia</a:t>
            </a:r>
            <a:r>
              <a:rPr lang="en-US" sz="1600" b="1" dirty="0"/>
              <a:t>)- </a:t>
            </a:r>
            <a:r>
              <a:rPr lang="en-US" sz="1600" dirty="0"/>
              <a:t>App can run on local blockchain and public </a:t>
            </a:r>
            <a:r>
              <a:rPr lang="en-US" sz="1600" dirty="0" err="1"/>
              <a:t>testnet</a:t>
            </a:r>
            <a:r>
              <a:rPr lang="en-US" sz="1600" dirty="0"/>
              <a:t> without code changes.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4. Smart-contract-driven application status- </a:t>
            </a:r>
            <a:r>
              <a:rPr lang="en-US" sz="1600" dirty="0"/>
              <a:t>Statuses update directly from blockchain state instead of UI-based logic.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5. Role-based dashboards- </a:t>
            </a:r>
            <a:r>
              <a:rPr lang="en-US" sz="1600" dirty="0"/>
              <a:t>UI automatically adapts for Owner vs. Tenant to simplify the experience.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6. Repair rules enforced on-chain- </a:t>
            </a:r>
            <a:r>
              <a:rPr lang="en-US" sz="1600" dirty="0"/>
              <a:t>Tenants must clear outstanding balances before creating new requests.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7. On-chain payment ledger with transaction hashes- </a:t>
            </a:r>
            <a:r>
              <a:rPr lang="en-US" sz="1600" dirty="0"/>
              <a:t>Every payment logs amount, timestamp, and </a:t>
            </a:r>
            <a:r>
              <a:rPr lang="en-US" sz="1600" dirty="0" err="1"/>
              <a:t>tx</a:t>
            </a:r>
            <a:r>
              <a:rPr lang="en-US" sz="1600" dirty="0"/>
              <a:t> hash for full transparency.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8. Repair lifecycle tracking- </a:t>
            </a:r>
            <a:r>
              <a:rPr lang="en-US" sz="1600" dirty="0"/>
              <a:t>Repairs now progress through Open → Cost Added → Paid → Resolved.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9. Improved repair request form- </a:t>
            </a:r>
            <a:r>
              <a:rPr lang="en-US" sz="1600" dirty="0"/>
              <a:t>Cleaner design with better validation and required fields.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10. Color-coded lease status- </a:t>
            </a:r>
            <a:r>
              <a:rPr lang="en-US" sz="1600" dirty="0"/>
              <a:t>Lease cards now show clear states for tenant application: Pending, Active, or Closed.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11. Application filters for owners- </a:t>
            </a:r>
            <a:r>
              <a:rPr lang="en-US" sz="1600" dirty="0"/>
              <a:t>Owners can filter applications by status or category for quick review.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b="1" dirty="0"/>
              <a:t>12. Smart-contract-enforced rental pipeline- </a:t>
            </a:r>
            <a:r>
              <a:rPr lang="en-US" sz="1600" dirty="0"/>
              <a:t>Users cannot skip steps — Apply → Approve → Sign → Pay → Repair.</a:t>
            </a:r>
          </a:p>
        </p:txBody>
      </p:sp>
    </p:spTree>
    <p:extLst>
      <p:ext uri="{BB962C8B-B14F-4D97-AF65-F5344CB8AC3E}">
        <p14:creationId xmlns:p14="http://schemas.microsoft.com/office/powerpoint/2010/main" val="250147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519</Words>
  <Application>Microsoft Macintosh PowerPoint</Application>
  <PresentationFormat>On-screen Show (4:3)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RentalSuite — Blockchain-Based Rental Management</vt:lpstr>
      <vt:lpstr>What RentalSuite Delivers</vt:lpstr>
      <vt:lpstr>Tech Stack Overview</vt:lpstr>
      <vt:lpstr>Final Project Requirements</vt:lpstr>
      <vt:lpstr>Features Added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Pitta, Tarrun</cp:lastModifiedBy>
  <cp:revision>3</cp:revision>
  <dcterms:created xsi:type="dcterms:W3CDTF">2013-01-27T09:14:16Z</dcterms:created>
  <dcterms:modified xsi:type="dcterms:W3CDTF">2025-12-09T08:06:20Z</dcterms:modified>
  <cp:category/>
</cp:coreProperties>
</file>